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87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587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45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11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4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750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069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43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477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884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10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3F4CC-F1A2-49E6-AB58-569D77B51F6F}" type="datetimeFigureOut">
              <a:rPr lang="ko-KR" altLang="en-US" smtClean="0"/>
              <a:t>2022-04-18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93068-EAB8-4193-8D91-BAFFB55377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521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오른쪽 화살표 4"/>
          <p:cNvSpPr/>
          <p:nvPr/>
        </p:nvSpPr>
        <p:spPr>
          <a:xfrm>
            <a:off x="7464669" y="3062837"/>
            <a:ext cx="2725615" cy="149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오른쪽 화살표 5"/>
          <p:cNvSpPr/>
          <p:nvPr/>
        </p:nvSpPr>
        <p:spPr>
          <a:xfrm>
            <a:off x="7104186" y="2381800"/>
            <a:ext cx="2242038" cy="19037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266592" y="4730262"/>
            <a:ext cx="4651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Risk free, loan to value high!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9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961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</Words>
  <Application>Microsoft Office PowerPoint</Application>
  <PresentationFormat>와이드스크린</PresentationFormat>
  <Paragraphs>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4</cp:revision>
  <dcterms:created xsi:type="dcterms:W3CDTF">2022-04-18T12:33:36Z</dcterms:created>
  <dcterms:modified xsi:type="dcterms:W3CDTF">2022-04-18T14:06:23Z</dcterms:modified>
</cp:coreProperties>
</file>