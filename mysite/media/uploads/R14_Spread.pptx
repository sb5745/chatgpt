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7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5D706-AA13-46FB-8BD0-576B49057AFD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2209-8E0D-4E50-8A95-CB55B6254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9405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5D706-AA13-46FB-8BD0-576B49057AFD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2209-8E0D-4E50-8A95-CB55B6254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204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5D706-AA13-46FB-8BD0-576B49057AFD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2209-8E0D-4E50-8A95-CB55B6254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122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5D706-AA13-46FB-8BD0-576B49057AFD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2209-8E0D-4E50-8A95-CB55B6254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623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5D706-AA13-46FB-8BD0-576B49057AFD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2209-8E0D-4E50-8A95-CB55B6254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3414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5D706-AA13-46FB-8BD0-576B49057AFD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2209-8E0D-4E50-8A95-CB55B6254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56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5D706-AA13-46FB-8BD0-576B49057AFD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2209-8E0D-4E50-8A95-CB55B6254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58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5D706-AA13-46FB-8BD0-576B49057AFD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2209-8E0D-4E50-8A95-CB55B6254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618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5D706-AA13-46FB-8BD0-576B49057AFD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2209-8E0D-4E50-8A95-CB55B6254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600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5D706-AA13-46FB-8BD0-576B49057AFD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2209-8E0D-4E50-8A95-CB55B6254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196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5D706-AA13-46FB-8BD0-576B49057AFD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2209-8E0D-4E50-8A95-CB55B6254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171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35D706-AA13-46FB-8BD0-576B49057AFD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72209-8E0D-4E50-8A95-CB55B6254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77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R14 Spread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567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8" name="직선 연결선 7"/>
          <p:cNvCxnSpPr/>
          <p:nvPr/>
        </p:nvCxnSpPr>
        <p:spPr>
          <a:xfrm flipV="1">
            <a:off x="3715473" y="3136739"/>
            <a:ext cx="3368233" cy="1157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 flipV="1">
            <a:off x="1284790" y="4768770"/>
            <a:ext cx="2303362" cy="5787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239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049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692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460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509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536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8059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05416" y="6255066"/>
            <a:ext cx="1342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Six months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3353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110868" y="4293220"/>
            <a:ext cx="5977054" cy="20186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9727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90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4</Words>
  <Application>Microsoft Office PowerPoint</Application>
  <PresentationFormat>와이드스크린</PresentationFormat>
  <Paragraphs>2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R14 Spread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R14 Spread</dc:title>
  <dc:creator>admin</dc:creator>
  <cp:lastModifiedBy>admin</cp:lastModifiedBy>
  <cp:revision>11</cp:revision>
  <dcterms:created xsi:type="dcterms:W3CDTF">2022-03-17T11:17:35Z</dcterms:created>
  <dcterms:modified xsi:type="dcterms:W3CDTF">2022-03-18T04:21:53Z</dcterms:modified>
</cp:coreProperties>
</file>